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5FDAB-7DB4-187D-214C-7DB3316E019B}" v="7" dt="2025-04-30T15:06:01.968"/>
    <p1510:client id="{70D1D31A-30FD-53B0-F8FB-2CC3FB6864E3}" v="137" dt="2025-04-30T14:32:36.553"/>
    <p1510:client id="{FB2B6DD2-8B03-4619-2F49-D4CC9EFDC4E5}" v="4" dt="2025-04-30T10:50:04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Thumu" userId="f3299f2e2cca173c" providerId="Windows Live" clId="Web-{4A15FDAB-7DB4-187D-214C-7DB3316E019B}"/>
    <pc:docChg chg="modSld">
      <pc:chgData name="Rohit Thumu" userId="f3299f2e2cca173c" providerId="Windows Live" clId="Web-{4A15FDAB-7DB4-187D-214C-7DB3316E019B}" dt="2025-04-30T15:06:01.968" v="6" actId="1076"/>
      <pc:docMkLst>
        <pc:docMk/>
      </pc:docMkLst>
      <pc:sldChg chg="addSp delSp modSp addAnim delAnim">
        <pc:chgData name="Rohit Thumu" userId="f3299f2e2cca173c" providerId="Windows Live" clId="Web-{4A15FDAB-7DB4-187D-214C-7DB3316E019B}" dt="2025-04-30T15:06:01.968" v="6" actId="1076"/>
        <pc:sldMkLst>
          <pc:docMk/>
          <pc:sldMk cId="163171189" sldId="261"/>
        </pc:sldMkLst>
        <pc:picChg chg="add mod">
          <ac:chgData name="Rohit Thumu" userId="f3299f2e2cca173c" providerId="Windows Live" clId="Web-{4A15FDAB-7DB4-187D-214C-7DB3316E019B}" dt="2025-04-30T15:06:01.968" v="6" actId="1076"/>
          <ac:picMkLst>
            <pc:docMk/>
            <pc:sldMk cId="163171189" sldId="261"/>
            <ac:picMk id="4" creationId="{42DA3063-50BC-337F-522A-324E20C9EFE8}"/>
          </ac:picMkLst>
        </pc:picChg>
        <pc:picChg chg="del">
          <ac:chgData name="Rohit Thumu" userId="f3299f2e2cca173c" providerId="Windows Live" clId="Web-{4A15FDAB-7DB4-187D-214C-7DB3316E019B}" dt="2025-04-30T15:05:36.732" v="0"/>
          <ac:picMkLst>
            <pc:docMk/>
            <pc:sldMk cId="163171189" sldId="261"/>
            <ac:picMk id="5" creationId="{8EDEBE53-22F1-A715-9DD5-A5743C40A4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6129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7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1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7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7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9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9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8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06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118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144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28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7" name="Rectangle 186">
            <a:extLst>
              <a:ext uri="{FF2B5EF4-FFF2-40B4-BE49-F238E27FC236}">
                <a16:creationId xmlns:a16="http://schemas.microsoft.com/office/drawing/2014/main" id="{FFC321AD-2C92-446F-AF58-8CAA634BF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3EA855B9-EE27-4441-846C-35DF1C648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732E7DFA-875B-E5C9-23FA-055E61F08F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314" b="3687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6526" y="1261872"/>
            <a:ext cx="7279885" cy="2852928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 Aura</a:t>
            </a:r>
            <a:endParaRPr lang="en-US" dirty="0">
              <a:solidFill>
                <a:srgbClr val="FFFFFF"/>
              </a:solidFill>
            </a:endParaRPr>
          </a:p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9028" y="3428439"/>
            <a:ext cx="3092550" cy="92929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An auto health Ai Agent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April 30, 2025</a:t>
            </a:r>
          </a:p>
          <a:p>
            <a:pPr algn="r"/>
            <a:endParaRPr lang="en-US" dirty="0"/>
          </a:p>
          <a:p>
            <a:pPr algn="r"/>
            <a:r>
              <a:rPr lang="en-US" err="1">
                <a:solidFill>
                  <a:srgbClr val="FFFFFF"/>
                </a:solidFill>
              </a:rPr>
              <a:t>RoHit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Thumu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2BF5D4DB-368A-4B23-81E4-E0454BAD8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3253" y="322803"/>
            <a:ext cx="642729" cy="2930667"/>
          </a:xfrm>
          <a:prstGeom prst="rect">
            <a:avLst/>
          </a:prstGeom>
          <a:blipFill dpi="0" rotWithShape="1">
            <a:blip r:embed="rId3">
              <a:alphaModFix amt="9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tile tx="0" ty="0" sx="6000" sy="6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F372D7B9-36D5-4C1F-B7C9-36717C28F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DDF1-4E79-F9BF-C6C8-B6ED6596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What is </a:t>
            </a:r>
            <a:r>
              <a:rPr lang="en-US" dirty="0" err="1">
                <a:ea typeface="+mj-lt"/>
                <a:cs typeface="+mj-lt"/>
              </a:rPr>
              <a:t>AutoAura</a:t>
            </a:r>
            <a:r>
              <a:rPr lang="en-US" dirty="0">
                <a:ea typeface="+mj-lt"/>
                <a:cs typeface="+mj-lt"/>
              </a:rPr>
              <a:t>?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772C5-4827-EEE0-4DB4-033BE7370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AutoAura</a:t>
            </a:r>
            <a:r>
              <a:rPr lang="en-US" dirty="0">
                <a:ea typeface="+mj-lt"/>
                <a:cs typeface="+mj-lt"/>
              </a:rPr>
              <a:t> is an intelligent, no-code AI agent built using Microsoft Copilot Studio to simplify vehicle health management for car owners.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It provides a conversational interface to: 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Understand complex maintenance reports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Diagnose error codes (DTCs)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Schedule service appointments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30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238A-A512-DE74-6F54-4537849ED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Problem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E17BF-6667-61C4-D1B5-A21405F1B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Car owners often face challenges: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Complex diagnostic trouble codes (DTCs) are hard to understand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Maintenance reports are filled with technical jargon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Scheduling service appointments is time-consuming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Lack of predictive insights leads to unexpected breakdowns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0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7C54-51CB-F4E0-7C59-FD5B9DA4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Key Features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21865-DE3C-767A-286F-F3F501904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j-lt"/>
                <a:cs typeface="+mj-lt"/>
              </a:rPr>
              <a:t>🔍 </a:t>
            </a:r>
            <a:r>
              <a:rPr lang="en-US" b="1" dirty="0">
                <a:ea typeface="+mj-lt"/>
                <a:cs typeface="+mj-lt"/>
              </a:rPr>
              <a:t>DTC Code Explanation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Understand codes like "P0420" with simple explanations</a:t>
            </a:r>
            <a:endParaRPr lang="en-US" dirty="0"/>
          </a:p>
          <a:p>
            <a:r>
              <a:rPr lang="en-US">
                <a:ea typeface="+mj-lt"/>
                <a:cs typeface="+mj-lt"/>
              </a:rPr>
              <a:t>📄 </a:t>
            </a:r>
            <a:r>
              <a:rPr lang="en-US" b="1">
                <a:ea typeface="+mj-lt"/>
                <a:cs typeface="+mj-lt"/>
              </a:rPr>
              <a:t>Maintenance Report Simplification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  <a:p>
            <a:r>
              <a:rPr lang="en-US">
                <a:ea typeface="+mj-lt"/>
                <a:cs typeface="+mj-lt"/>
              </a:rPr>
              <a:t>Analyze and summarize complex reports</a:t>
            </a:r>
            <a:endParaRPr lang="en-US"/>
          </a:p>
          <a:p>
            <a:r>
              <a:rPr lang="en-US">
                <a:ea typeface="+mj-lt"/>
                <a:cs typeface="+mj-lt"/>
              </a:rPr>
              <a:t>🧠 </a:t>
            </a:r>
            <a:r>
              <a:rPr lang="en-US" b="1">
                <a:ea typeface="+mj-lt"/>
                <a:cs typeface="+mj-lt"/>
              </a:rPr>
              <a:t>Predictive Issue Insights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  <a:p>
            <a:r>
              <a:rPr lang="en-US">
                <a:ea typeface="+mj-lt"/>
                <a:cs typeface="+mj-lt"/>
              </a:rPr>
              <a:t>Maintenance recommendations based on vehicle data</a:t>
            </a:r>
            <a:endParaRPr lang="en-US"/>
          </a:p>
          <a:p>
            <a:r>
              <a:rPr lang="en-US">
                <a:ea typeface="+mj-lt"/>
                <a:cs typeface="+mj-lt"/>
              </a:rPr>
              <a:t>📅 </a:t>
            </a:r>
            <a:r>
              <a:rPr lang="en-US" b="1">
                <a:ea typeface="+mj-lt"/>
                <a:cs typeface="+mj-lt"/>
              </a:rPr>
              <a:t>Service Appointment Booking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  <a:p>
            <a:r>
              <a:rPr lang="en-US">
                <a:ea typeface="+mj-lt"/>
                <a:cs typeface="+mj-lt"/>
              </a:rPr>
              <a:t>Schedule appointments via Outlook integration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95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6EF8-AC17-1FF3-1368-B23FAE8E3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Technical Architecture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B5700-1D93-220E-4609-A60E86488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Built Entirely in Microsoft Copilot Studio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No external code or frameworks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Uses built-in generative AI for natural language processing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Topics and variable memory for conversation context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Knowledge base integration (repair guides, TSBs)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Power Automate for Outlook calendar integration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2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EBA69-036E-08C0-6B7F-BB764607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Demo Scenario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542A-D55B-1E58-195E-20DCE11BD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AutoAura_Final">
            <a:hlinkClick r:id="" action="ppaction://media"/>
            <a:extLst>
              <a:ext uri="{FF2B5EF4-FFF2-40B4-BE49-F238E27FC236}">
                <a16:creationId xmlns:a16="http://schemas.microsoft.com/office/drawing/2014/main" id="{42DA3063-50BC-337F-522A-324E20C9EF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85787" y="1374731"/>
            <a:ext cx="5465523" cy="541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DF69-B65A-8A79-3139-56A070886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Impact and Future Potential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5520C-4723-BB16-FA17-83F9033A2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Impact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Empowers car owners with clear, actionable insights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Reduces dependency on technical expertise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Streamlines vehicle maintenance processes</a:t>
            </a:r>
            <a:endParaRPr lang="en-US"/>
          </a:p>
          <a:p>
            <a:r>
              <a:rPr lang="en-US" b="1" dirty="0">
                <a:ea typeface="+mj-lt"/>
                <a:cs typeface="+mj-lt"/>
              </a:rPr>
              <a:t>Future Potential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Integration with OBD-II devices for real-time diagnostics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Partnerships with service centers for seamless booking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Expansion to other vehicle types (e.g., trucks, motorcycles)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40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DB1C-BFC3-D7E9-AD1E-1991C469E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Why </a:t>
            </a:r>
            <a:r>
              <a:rPr lang="en-US" dirty="0" err="1">
                <a:ea typeface="+mj-lt"/>
                <a:cs typeface="+mj-lt"/>
              </a:rPr>
              <a:t>AutoAura</a:t>
            </a:r>
            <a:r>
              <a:rPr lang="en-US" dirty="0">
                <a:ea typeface="+mj-lt"/>
                <a:cs typeface="+mj-lt"/>
              </a:rPr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5057D-FE8C-0761-AB17-B5EA7DB74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AutoAura</a:t>
            </a:r>
            <a:r>
              <a:rPr lang="en-US" dirty="0">
                <a:ea typeface="+mj-lt"/>
                <a:cs typeface="+mj-lt"/>
              </a:rPr>
              <a:t> leverages Microsoft Copilot Studio to deliver a no-code, industry-specific AI solution for vehicle health management.</a:t>
            </a:r>
            <a:endParaRPr lang="en-US"/>
          </a:p>
          <a:p>
            <a:r>
              <a:rPr lang="en-US" dirty="0">
                <a:ea typeface="+mj-lt"/>
                <a:cs typeface="+mj-lt"/>
              </a:rPr>
              <a:t>It demonstrates the power of conversational AI to solve real-world problems in the automotive domain.</a:t>
            </a:r>
            <a:endParaRPr lang="en-US"/>
          </a:p>
          <a:p>
            <a:r>
              <a:rPr lang="en-US" dirty="0">
                <a:ea typeface="+mj-lt"/>
                <a:cs typeface="+mj-lt"/>
              </a:rPr>
              <a:t>Ready to drive the future of car maintenance!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583246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AnalogousFromLightSeed_2SEEDS">
      <a:dk1>
        <a:srgbClr val="000000"/>
      </a:dk1>
      <a:lt1>
        <a:srgbClr val="FFFFFF"/>
      </a:lt1>
      <a:dk2>
        <a:srgbClr val="243441"/>
      </a:dk2>
      <a:lt2>
        <a:srgbClr val="E2E4E8"/>
      </a:lt2>
      <a:accent1>
        <a:srgbClr val="C49D33"/>
      </a:accent1>
      <a:accent2>
        <a:srgbClr val="EC8657"/>
      </a:accent2>
      <a:accent3>
        <a:srgbClr val="99A74D"/>
      </a:accent3>
      <a:accent4>
        <a:srgbClr val="33B0B5"/>
      </a:accent4>
      <a:accent5>
        <a:srgbClr val="55A8EC"/>
      </a:accent5>
      <a:accent6>
        <a:srgbClr val="4E62EB"/>
      </a:accent6>
      <a:hlink>
        <a:srgbClr val="697CAE"/>
      </a:hlink>
      <a:folHlink>
        <a:srgbClr val="7F7F7F"/>
      </a:folHlink>
    </a:clrScheme>
    <a:fontScheme name="Avenir 1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69839BBA-F383-4FFD-B56A-E36ACE43E09D}" vid="{060D2740-A69C-444A-B833-E03D333ADD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VeniceBeachVTI</vt:lpstr>
      <vt:lpstr>Auto Aura </vt:lpstr>
      <vt:lpstr>What is AutoAura?  </vt:lpstr>
      <vt:lpstr>The Problem </vt:lpstr>
      <vt:lpstr>Key Features </vt:lpstr>
      <vt:lpstr>Technical Architecture </vt:lpstr>
      <vt:lpstr>Demo Scenario </vt:lpstr>
      <vt:lpstr>Impact and Future Potential </vt:lpstr>
      <vt:lpstr>Why AutoAura?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101</cp:revision>
  <dcterms:created xsi:type="dcterms:W3CDTF">2024-08-29T23:02:16Z</dcterms:created>
  <dcterms:modified xsi:type="dcterms:W3CDTF">2025-04-30T15:06:06Z</dcterms:modified>
</cp:coreProperties>
</file>